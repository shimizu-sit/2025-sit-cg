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6025" y="19626"/>
            <a:ext cx="8732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グループ番号：グループ名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35837" y="461119"/>
            <a:ext cx="3738000" cy="206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Processing</a:t>
            </a:r>
            <a:r>
              <a:rPr lang="ja"/>
              <a:t>実行画面の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スクリーンショット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684822" y="451308"/>
            <a:ext cx="3738000" cy="206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2"/>
                </a:solidFill>
              </a:rPr>
              <a:t>■ コンセプト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テーマに対して作品のコンセプトや簡単な説明を書いてください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735888" y="2634760"/>
            <a:ext cx="3738000" cy="206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2"/>
                </a:solidFill>
              </a:rPr>
              <a:t>■ </a:t>
            </a:r>
            <a:r>
              <a:rPr b="1" lang="ja" sz="2000">
                <a:solidFill>
                  <a:schemeClr val="dk2"/>
                </a:solidFill>
              </a:rPr>
              <a:t>技術ポイント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使用した技術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工夫した点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684825" y="2634750"/>
            <a:ext cx="3738000" cy="206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2"/>
                </a:solidFill>
              </a:rPr>
              <a:t>■ </a:t>
            </a:r>
            <a:r>
              <a:rPr b="1" lang="ja" sz="2000">
                <a:solidFill>
                  <a:schemeClr val="dk2"/>
                </a:solidFill>
              </a:rPr>
              <a:t>見どころ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作品の見どころを書いてください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05950" y="4725784"/>
            <a:ext cx="8732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メンバー：氏名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